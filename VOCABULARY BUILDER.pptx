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5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1D0C5-BD90-E8F4-06FC-154BF6AAB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8E193-2860-93F5-AC81-4F050B2E7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25C5-818B-236F-0483-D48D36D9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3059-D9EE-231A-7285-11CF294A9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593C1-CCA1-38F4-40C9-A243E74F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4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83EC-D515-14B2-36E4-D55BE79E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5A813-D428-30DF-21EE-E2E8BFC58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C0D34-16BF-1CB0-FC3A-A8BB7AEF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4C28A-D2FA-7306-4316-01BDA0B1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F1796-C966-1053-5F19-72A8F390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4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97B2-0609-ED38-2D69-84ACB411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D753A-EA3F-19E8-B458-01B997CB4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6774D-A068-511A-B22B-7F1750B8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AE6C6-EB51-B6C1-D43A-F3E02798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856E6-F627-4736-6FC8-AFF4D05A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6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E579-7E40-5A3C-BC69-92561F56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5963D-C078-43E0-5001-3BE6DF69F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6355A-53C5-FA2E-50D0-F5DE729D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32113-453C-86BF-B167-C0C3AFA7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1BC4A-6183-2EFF-A007-EE4140AD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043C0-1B92-5792-5790-B3930B9D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5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FD46-2F6C-4919-DA81-BFAF3BAD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B6F04-6708-6D81-C0AA-9B5500603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8A9CA-0468-0B80-F3E7-366E3C1B6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0B472-1F88-1FCF-86F0-82D1DDD7A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182333-3725-8A96-B435-C197372E5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3CAD7-5CA9-AAE0-C56A-798BB112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21104-AD76-4ABC-FCC1-5D591D86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191E7-F20C-D026-037D-E6C95509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0B5F-E080-7559-5506-413086259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6DA2D8-3E0B-CEB5-2E2A-1414FEB8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E79D0-8AA5-2A3F-20C3-4A7242D8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14867-1608-82BD-29D8-F9367799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83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5A0B3F-21F5-B35C-32C6-AE288285C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7F986-81B5-E5CA-9A92-0FB14CD9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BEAB-E5F9-F15C-F27F-5AEFA959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2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1DA0-C0B7-0AFD-6125-6DA3FCA4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D5BCD-1665-107D-D5DF-ECE4723F6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05F0E-FC51-CCE3-F5CD-2F7F1A9F1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180F7-63F9-56A9-80F3-03D2E8735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B21DF-79FE-20A8-CE38-A14D3DFE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12CF5-DEBB-F371-90F2-CE02EB55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0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8ED0-37AD-12F7-4B2C-565590E3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602C5-72B0-76AB-3140-92EF70FF1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ED8A7-E562-0AEA-81EB-510C0F7A9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625E1-3AFF-5AF1-B741-11F63F05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C41B6-E2AE-A65E-AA34-B9AF06A9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ED05B-8211-56D6-CC8F-846F415C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28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EE1B-4134-A84F-F880-2FD34C2CE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CB5D6-EB61-1F13-F0E5-DCC2471D2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F6A41-7A25-980C-AB06-3639D3D2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7E2CF-ADE0-F101-C592-C5E6A858E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1CEE4-0813-B2FB-C139-457CA1AF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00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2A14E-A5CA-FF34-60B4-00AA821ED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F74FD-1E68-11AA-20AF-09AD16729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C4960-306A-A906-63F5-EE9B6ABC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F57CD-1BA0-C5AD-E67D-2A83D4B1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9F492-BC66-42D3-F50F-38434CD1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3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6512E-0FD2-8B29-9652-1B98631B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B9146-72C7-55BC-30B6-8E3A5FF45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C55D1-01C9-13B1-FD3E-F9108B8F8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1F075-5710-39B7-8EAD-CCABF1CC0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DA6F-E770-96CB-38A0-8717D87E4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1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6AD1A-144D-333A-B9BE-83B9329249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579298-559D-0F49-3C91-2FEDB5FE0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4080" y="339960"/>
            <a:ext cx="9403840" cy="1878584"/>
          </a:xfrm>
        </p:spPr>
        <p:txBody>
          <a:bodyPr anchor="ctr" anchorCtr="0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BUILDER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FLASHCARDS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DF8AB-BD04-923D-B983-13C27470F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89" y="2558504"/>
            <a:ext cx="10154663" cy="3959535"/>
          </a:xfrm>
        </p:spPr>
        <p:txBody>
          <a:bodyPr>
            <a:normAutofit/>
          </a:bodyPr>
          <a:lstStyle/>
          <a:p>
            <a:pPr algn="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  <a:p>
            <a:pPr algn="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Oluwafikolami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Ejidare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Chigozirim Akuwudike</a:t>
            </a:r>
          </a:p>
          <a:p>
            <a:pPr algn="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Yaseer Maruf</a:t>
            </a:r>
          </a:p>
          <a:p>
            <a:pPr algn="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Braimah</a:t>
            </a:r>
          </a:p>
          <a:p>
            <a:pPr algn="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Oluwatobi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Adewola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22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B7D9-4476-55C3-5453-094043F55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9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52DA6-7E4F-9A4F-A6FC-9C94D439A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267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is the collection of words a person knows and uses.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for communication and learning.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Memorization of new words can be difficult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helps users learn new words using AI, smart flashcards and quizzes.</a:t>
            </a:r>
          </a:p>
        </p:txBody>
      </p:sp>
    </p:spTree>
    <p:extLst>
      <p:ext uri="{BB962C8B-B14F-4D97-AF65-F5344CB8AC3E}">
        <p14:creationId xmlns:p14="http://schemas.microsoft.com/office/powerpoint/2010/main" val="422187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F9CDC-419B-7365-3B71-23051850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49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83E9-97B6-8E11-2C21-9AB7E79AE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820" y="2695073"/>
            <a:ext cx="10278979" cy="3481889"/>
          </a:xfrm>
        </p:spPr>
        <p:txBody>
          <a:bodyPr anchor="ctr" anchorCtr="1">
            <a:normAutofit/>
          </a:bodyPr>
          <a:lstStyle/>
          <a:p>
            <a:pPr algn="ctr">
              <a:buFont typeface="Wingdings" panose="05000000000000000000" pitchFamily="2" charset="2"/>
              <a:buChar char="v"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vocabulary learning application (beginner-friendly) that helps users understand, memorize, and test their knowledge of words.</a:t>
            </a:r>
          </a:p>
        </p:txBody>
      </p:sp>
    </p:spTree>
    <p:extLst>
      <p:ext uri="{BB962C8B-B14F-4D97-AF65-F5344CB8AC3E}">
        <p14:creationId xmlns:p14="http://schemas.microsoft.com/office/powerpoint/2010/main" val="4117566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BFB05-7AC2-F48B-3F90-B880BBD9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24" y="408322"/>
            <a:ext cx="10497552" cy="1720348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OBJECTIVES/</a:t>
            </a:r>
            <a:b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</a:t>
            </a:r>
            <a:b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1E7CC-EF4F-344F-AAC4-1EA5E3C2C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331" y="2342147"/>
            <a:ext cx="10035337" cy="399523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for words.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explanations using AI.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words as flashcards.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flashcards.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quizzes.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quiz scores.</a:t>
            </a:r>
          </a:p>
        </p:txBody>
      </p:sp>
    </p:spTree>
    <p:extLst>
      <p:ext uri="{BB962C8B-B14F-4D97-AF65-F5344CB8AC3E}">
        <p14:creationId xmlns:p14="http://schemas.microsoft.com/office/powerpoint/2010/main" val="107050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8754-DCF9-54E6-526C-5F85A7BA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32" y="284915"/>
            <a:ext cx="10503568" cy="1575969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 </a:t>
            </a:r>
            <a:b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4F881-8F2A-D1CD-4CD9-197795350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568" y="2358189"/>
            <a:ext cx="10375232" cy="381877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&amp; Simplicity.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&amp; Error handling.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 – avoid duplicates, use of functions and modules etc.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– processing power, memory allocation, time management.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– cross-platforms.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01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24A0-5F37-C084-06A4-B59B8989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1B581-5B42-30E4-B751-0FE14BB99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AI.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API.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GitHub. </a:t>
            </a:r>
          </a:p>
        </p:txBody>
      </p:sp>
    </p:spTree>
    <p:extLst>
      <p:ext uri="{BB962C8B-B14F-4D97-AF65-F5344CB8AC3E}">
        <p14:creationId xmlns:p14="http://schemas.microsoft.com/office/powerpoint/2010/main" val="2851080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2252-4911-A4FB-6824-40A80AC0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789"/>
            <a:ext cx="10515600" cy="104658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3171-4A96-972F-2878-47917C8D1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210"/>
            <a:ext cx="10515600" cy="486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– login functionalities.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quiz visualization – charts &amp; statistics displaying progress over time.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flashcard management – delete, edit, organize/sort.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quiz formats.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591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FFF7-36BC-32D2-8996-E3091BFCE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64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SNAPSHOT OF CODES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700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9196-B880-2BDD-E3B3-0FF33FBB8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word.py</a:t>
            </a:r>
            <a:endParaRPr lang="en-US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C24522-187E-194A-0F60-B7448EFEE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6157"/>
            <a:ext cx="5807242" cy="5183181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045948B7-8E04-6E80-35F4-A1BB3EEF2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047" y="1794880"/>
            <a:ext cx="5134649" cy="456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7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92F9-EF61-34D2-A285-D0BE08C7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flashcard.py</a:t>
            </a:r>
            <a:endParaRPr lang="en-US" sz="40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F793A9A-01A5-5CB6-629F-E6B2A742E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591171" cy="4802187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705B768B-F46F-FFA7-D374-1E1BA2DB8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758" y="1840999"/>
            <a:ext cx="5128647" cy="450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7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3423-6953-73E0-4EBE-BFE4AEB03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dictionary_client.py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14C3A-0A40-8C12-33C8-507F19926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2" y="1690688"/>
            <a:ext cx="5261258" cy="4469480"/>
          </a:xfrm>
          <a:prstGeom prst="rect">
            <a:avLst/>
          </a:prstGeom>
        </p:spPr>
      </p:pic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3A311D20-5F15-0BCF-44F4-DE86F0BF4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566" y="1749759"/>
            <a:ext cx="53142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60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40E2-6C42-5E7B-3D3A-4C027A18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quiz_generator.py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D77E26-8EB6-BBCE-1DDA-0595B6AE5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905390" cy="4351338"/>
          </a:xfrm>
          <a:prstGeom prst="rect">
            <a:avLst/>
          </a:prstGeom>
        </p:spPr>
      </p:pic>
      <p:pic>
        <p:nvPicPr>
          <p:cNvPr id="6" name="Content Placeholder 12">
            <a:extLst>
              <a:ext uri="{FF2B5EF4-FFF2-40B4-BE49-F238E27FC236}">
                <a16:creationId xmlns:a16="http://schemas.microsoft.com/office/drawing/2014/main" id="{BAF4F7D3-5AFE-9492-02AA-5DCC9FB91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267" y="1690688"/>
            <a:ext cx="47693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5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5722-2539-F55E-6C66-F0AE5EAA4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spaced_repetition_manager.py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FC8E13-E411-A41A-F6CB-71AD4A626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32" y="1690688"/>
            <a:ext cx="4905390" cy="4351338"/>
          </a:xfrm>
          <a:prstGeom prst="rect">
            <a:avLst/>
          </a:prstGeom>
        </p:spPr>
      </p:pic>
      <p:pic>
        <p:nvPicPr>
          <p:cNvPr id="6" name="Content Placeholder 16">
            <a:extLst>
              <a:ext uri="{FF2B5EF4-FFF2-40B4-BE49-F238E27FC236}">
                <a16:creationId xmlns:a16="http://schemas.microsoft.com/office/drawing/2014/main" id="{11FE6726-B9C7-6098-60DF-E6131BFB3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12" y="1690688"/>
            <a:ext cx="44614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03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F5C2-AFFD-667C-1246-F015866B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.py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19E4C0-E38F-9598-F3AD-34FE999D5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422" y="1570030"/>
            <a:ext cx="5357445" cy="492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16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E8C5-BC0E-AB56-0C7F-50600DA1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68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3663733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497C-485D-8979-2FED-3812D7C75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4978"/>
            <a:ext cx="10515600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46980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</TotalTime>
  <Words>270</Words>
  <Application>Microsoft Office PowerPoint</Application>
  <PresentationFormat>Widescreen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Office Theme</vt:lpstr>
      <vt:lpstr>VOCABULARY BUILDER &amp;  SMART FLASHCARDS APP</vt:lpstr>
      <vt:lpstr>INTRODUCTION</vt:lpstr>
      <vt:lpstr>AIM OF THE PROJECT</vt:lpstr>
      <vt:lpstr>OBJECTIVES/ FUNCTIONAL REQUIREMENTS  OF THE PROJECT</vt:lpstr>
      <vt:lpstr>NON-FUNCTIONAL REQUIREMENTS  OF THE PROJECT</vt:lpstr>
      <vt:lpstr>TECHNOLOGIES USED</vt:lpstr>
      <vt:lpstr>RECOMMENDATIONS</vt:lpstr>
      <vt:lpstr>FEW SNAPSHOT OF CODES </vt:lpstr>
      <vt:lpstr>models   word.py</vt:lpstr>
      <vt:lpstr>models   flashcard.py</vt:lpstr>
      <vt:lpstr>services   dictionary_client.py</vt:lpstr>
      <vt:lpstr>services   quiz_generator.py</vt:lpstr>
      <vt:lpstr>services   spaced_repetition_manager.py</vt:lpstr>
      <vt:lpstr>main.py</vt:lpstr>
      <vt:lpstr>DEMONSTRATION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Happy-Grace Akuwudike</dc:creator>
  <cp:lastModifiedBy>Happy-Grace Akuwudike</cp:lastModifiedBy>
  <cp:revision>14</cp:revision>
  <dcterms:created xsi:type="dcterms:W3CDTF">2026-06-21T15:51:07Z</dcterms:created>
  <dcterms:modified xsi:type="dcterms:W3CDTF">2026-06-22T13:42:11Z</dcterms:modified>
</cp:coreProperties>
</file>